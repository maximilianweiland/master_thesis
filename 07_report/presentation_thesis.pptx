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2" r:id="rId1"/>
  </p:sldMasterIdLst>
  <p:notesMasterIdLst>
    <p:notesMasterId r:id="rId10"/>
  </p:notesMasterIdLst>
  <p:sldIdLst>
    <p:sldId id="256" r:id="rId2"/>
    <p:sldId id="258" r:id="rId3"/>
    <p:sldId id="265" r:id="rId4"/>
    <p:sldId id="266" r:id="rId5"/>
    <p:sldId id="267" r:id="rId6"/>
    <p:sldId id="259" r:id="rId7"/>
    <p:sldId id="262" r:id="rId8"/>
    <p:sldId id="264" r:id="rId9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253">
          <p15:clr>
            <a:srgbClr val="A4A3A4"/>
          </p15:clr>
        </p15:guide>
        <p15:guide id="2" orient="horz" pos="3838">
          <p15:clr>
            <a:srgbClr val="A4A3A4"/>
          </p15:clr>
        </p15:guide>
        <p15:guide id="3" orient="horz" pos="4201">
          <p15:clr>
            <a:srgbClr val="A4A3A4"/>
          </p15:clr>
        </p15:guide>
        <p15:guide id="4" orient="horz" pos="3294">
          <p15:clr>
            <a:srgbClr val="A4A3A4"/>
          </p15:clr>
        </p15:guide>
        <p15:guide id="5" orient="horz" pos="255">
          <p15:clr>
            <a:srgbClr val="A4A3A4"/>
          </p15:clr>
        </p15:guide>
        <p15:guide id="6" orient="horz" pos="1026">
          <p15:clr>
            <a:srgbClr val="A4A3A4"/>
          </p15:clr>
        </p15:guide>
        <p15:guide id="7" orient="horz" pos="3884">
          <p15:clr>
            <a:srgbClr val="A4A3A4"/>
          </p15:clr>
        </p15:guide>
        <p15:guide id="8" orient="horz" pos="3385">
          <p15:clr>
            <a:srgbClr val="A4A3A4"/>
          </p15:clr>
        </p15:guide>
        <p15:guide id="9" orient="horz" pos="2704">
          <p15:clr>
            <a:srgbClr val="A4A3A4"/>
          </p15:clr>
        </p15:guide>
        <p15:guide id="10" orient="horz" pos="1207">
          <p15:clr>
            <a:srgbClr val="A4A3A4"/>
          </p15:clr>
        </p15:guide>
        <p15:guide id="11" orient="horz" pos="1525">
          <p15:clr>
            <a:srgbClr val="A4A3A4"/>
          </p15:clr>
        </p15:guide>
        <p15:guide id="12" orient="horz" pos="1480">
          <p15:clr>
            <a:srgbClr val="A4A3A4"/>
          </p15:clr>
        </p15:guide>
        <p15:guide id="13" orient="horz" pos="3067">
          <p15:clr>
            <a:srgbClr val="A4A3A4"/>
          </p15:clr>
        </p15:guide>
        <p15:guide id="14" orient="horz" pos="1979">
          <p15:clr>
            <a:srgbClr val="A4A3A4"/>
          </p15:clr>
        </p15:guide>
        <p15:guide id="15" pos="2925">
          <p15:clr>
            <a:srgbClr val="A4A3A4"/>
          </p15:clr>
        </p15:guide>
        <p15:guide id="16" pos="2835">
          <p15:clr>
            <a:srgbClr val="A4A3A4"/>
          </p15:clr>
        </p15:guide>
        <p15:guide id="17" pos="2245">
          <p15:clr>
            <a:srgbClr val="A4A3A4"/>
          </p15:clr>
        </p15:guide>
        <p15:guide id="18" pos="2154">
          <p15:clr>
            <a:srgbClr val="A4A3A4"/>
          </p15:clr>
        </p15:guide>
        <p15:guide id="19" pos="1565">
          <p15:clr>
            <a:srgbClr val="A4A3A4"/>
          </p15:clr>
        </p15:guide>
        <p15:guide id="20" pos="1474">
          <p15:clr>
            <a:srgbClr val="A4A3A4"/>
          </p15:clr>
        </p15:guide>
        <p15:guide id="21" pos="884">
          <p15:clr>
            <a:srgbClr val="A4A3A4"/>
          </p15:clr>
        </p15:guide>
        <p15:guide id="22" pos="793">
          <p15:clr>
            <a:srgbClr val="A4A3A4"/>
          </p15:clr>
        </p15:guide>
        <p15:guide id="23" pos="204">
          <p15:clr>
            <a:srgbClr val="A4A3A4"/>
          </p15:clr>
        </p15:guide>
        <p15:guide id="24" pos="3515">
          <p15:clr>
            <a:srgbClr val="A4A3A4"/>
          </p15:clr>
        </p15:guide>
        <p15:guide id="25" pos="3606">
          <p15:clr>
            <a:srgbClr val="A4A3A4"/>
          </p15:clr>
        </p15:guide>
        <p15:guide id="26" pos="4195">
          <p15:clr>
            <a:srgbClr val="A4A3A4"/>
          </p15:clr>
        </p15:guide>
        <p15:guide id="27" pos="4286">
          <p15:clr>
            <a:srgbClr val="A4A3A4"/>
          </p15:clr>
        </p15:guide>
        <p15:guide id="28" pos="4876">
          <p15:clr>
            <a:srgbClr val="A4A3A4"/>
          </p15:clr>
        </p15:guide>
        <p15:guide id="29" pos="4967">
          <p15:clr>
            <a:srgbClr val="A4A3A4"/>
          </p15:clr>
        </p15:guide>
        <p15:guide id="30" pos="555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73"/>
    <p:restoredTop sz="94737"/>
  </p:normalViewPr>
  <p:slideViewPr>
    <p:cSldViewPr snapToGrid="0">
      <p:cViewPr varScale="1">
        <p:scale>
          <a:sx n="115" d="100"/>
          <a:sy n="115" d="100"/>
        </p:scale>
        <p:origin x="1624" y="208"/>
      </p:cViewPr>
      <p:guideLst>
        <p:guide orient="horz" pos="1253"/>
        <p:guide orient="horz" pos="3838"/>
        <p:guide orient="horz" pos="4201"/>
        <p:guide orient="horz" pos="3294"/>
        <p:guide orient="horz" pos="255"/>
        <p:guide orient="horz" pos="1026"/>
        <p:guide orient="horz" pos="3884"/>
        <p:guide orient="horz" pos="3385"/>
        <p:guide orient="horz" pos="2704"/>
        <p:guide orient="horz" pos="1207"/>
        <p:guide orient="horz" pos="1525"/>
        <p:guide orient="horz" pos="1480"/>
        <p:guide orient="horz" pos="3067"/>
        <p:guide orient="horz" pos="1979"/>
        <p:guide pos="2925"/>
        <p:guide pos="2835"/>
        <p:guide pos="2245"/>
        <p:guide pos="2154"/>
        <p:guide pos="1565"/>
        <p:guide pos="1474"/>
        <p:guide pos="884"/>
        <p:guide pos="793"/>
        <p:guide pos="204"/>
        <p:guide pos="3515"/>
        <p:guide pos="3606"/>
        <p:guide pos="4195"/>
        <p:guide pos="4286"/>
        <p:guide pos="4876"/>
        <p:guide pos="4967"/>
        <p:guide pos="55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‹Nr.›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e85f752237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e85f752237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g2e85f752237_0_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>
          <a:extLst>
            <a:ext uri="{FF2B5EF4-FFF2-40B4-BE49-F238E27FC236}">
              <a16:creationId xmlns:a16="http://schemas.microsoft.com/office/drawing/2014/main" id="{77318A21-320E-446E-F82E-F59787ADD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e85f752237_0_10:notes">
            <a:extLst>
              <a:ext uri="{FF2B5EF4-FFF2-40B4-BE49-F238E27FC236}">
                <a16:creationId xmlns:a16="http://schemas.microsoft.com/office/drawing/2014/main" id="{5F51A8C7-BD2E-7BB1-ACFA-E473AA572C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e85f752237_0_10:notes">
            <a:extLst>
              <a:ext uri="{FF2B5EF4-FFF2-40B4-BE49-F238E27FC236}">
                <a16:creationId xmlns:a16="http://schemas.microsoft.com/office/drawing/2014/main" id="{8DD9BDAB-C2F9-E624-D2D4-735A9D7F95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g2e85f752237_0_10:notes">
            <a:extLst>
              <a:ext uri="{FF2B5EF4-FFF2-40B4-BE49-F238E27FC236}">
                <a16:creationId xmlns:a16="http://schemas.microsoft.com/office/drawing/2014/main" id="{70DC7588-A5B4-ECC2-4194-54F59C0343D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2768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>
          <a:extLst>
            <a:ext uri="{FF2B5EF4-FFF2-40B4-BE49-F238E27FC236}">
              <a16:creationId xmlns:a16="http://schemas.microsoft.com/office/drawing/2014/main" id="{490E485C-32F8-00D9-FAD2-6A43A1A5C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e85f752237_0_10:notes">
            <a:extLst>
              <a:ext uri="{FF2B5EF4-FFF2-40B4-BE49-F238E27FC236}">
                <a16:creationId xmlns:a16="http://schemas.microsoft.com/office/drawing/2014/main" id="{323E9C46-20A3-334A-8B6F-F11EE4FE44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e85f752237_0_10:notes">
            <a:extLst>
              <a:ext uri="{FF2B5EF4-FFF2-40B4-BE49-F238E27FC236}">
                <a16:creationId xmlns:a16="http://schemas.microsoft.com/office/drawing/2014/main" id="{0712C389-F5C3-C5EA-03ED-B99478D864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g2e85f752237_0_10:notes">
            <a:extLst>
              <a:ext uri="{FF2B5EF4-FFF2-40B4-BE49-F238E27FC236}">
                <a16:creationId xmlns:a16="http://schemas.microsoft.com/office/drawing/2014/main" id="{30D5B94D-7B48-EFBF-5EB6-F3B12EAEF0E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20217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>
          <a:extLst>
            <a:ext uri="{FF2B5EF4-FFF2-40B4-BE49-F238E27FC236}">
              <a16:creationId xmlns:a16="http://schemas.microsoft.com/office/drawing/2014/main" id="{A42766EA-B6EE-63F4-8B5F-6631B3F86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e85f752237_0_10:notes">
            <a:extLst>
              <a:ext uri="{FF2B5EF4-FFF2-40B4-BE49-F238E27FC236}">
                <a16:creationId xmlns:a16="http://schemas.microsoft.com/office/drawing/2014/main" id="{344C7028-7A9B-5C09-EFFB-427E7CF2F1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e85f752237_0_10:notes">
            <a:extLst>
              <a:ext uri="{FF2B5EF4-FFF2-40B4-BE49-F238E27FC236}">
                <a16:creationId xmlns:a16="http://schemas.microsoft.com/office/drawing/2014/main" id="{32A62CB7-EF92-3A71-B5A4-4266431976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g2e85f752237_0_10:notes">
            <a:extLst>
              <a:ext uri="{FF2B5EF4-FFF2-40B4-BE49-F238E27FC236}">
                <a16:creationId xmlns:a16="http://schemas.microsoft.com/office/drawing/2014/main" id="{38662D43-9CFD-A03F-3C67-8F0BBB3BF0B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23272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e96c34e4ce_2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e96c34e4ce_2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g2e96c34e4ce_2_2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e85f752237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e85f752237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g2e85f752237_0_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folie">
  <p:cSld name="Titelfoli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/>
          <p:nvPr/>
        </p:nvSpPr>
        <p:spPr>
          <a:xfrm>
            <a:off x="0" y="283"/>
            <a:ext cx="9143622" cy="685743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2"/>
          <p:cNvSpPr>
            <a:spLocks noGrp="1"/>
          </p:cNvSpPr>
          <p:nvPr>
            <p:ph type="pic" idx="2"/>
          </p:nvPr>
        </p:nvSpPr>
        <p:spPr>
          <a:xfrm>
            <a:off x="4643438" y="1989138"/>
            <a:ext cx="4500184" cy="324008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323850" y="5373688"/>
            <a:ext cx="5256213" cy="792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 u="sng">
                <a:solidFill>
                  <a:schemeClr val="dk1"/>
                </a:solidFill>
              </a:defRPr>
            </a:lvl1pPr>
            <a:lvl2pPr lv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21" name="Google Shape;21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459123" y="0"/>
            <a:ext cx="3689604" cy="202311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323850" y="2492896"/>
            <a:ext cx="5256213" cy="2376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82800" anchor="b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1" u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folie Gross">
  <p:cSld name="Titelfolie Gros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/>
          <p:nvPr/>
        </p:nvSpPr>
        <p:spPr>
          <a:xfrm>
            <a:off x="0" y="283"/>
            <a:ext cx="9143622" cy="685743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323850" y="5373688"/>
            <a:ext cx="5256213" cy="792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 u="sng">
                <a:solidFill>
                  <a:schemeClr val="dk1"/>
                </a:solidFill>
              </a:defRPr>
            </a:lvl1pPr>
            <a:lvl2pPr lv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459123" y="0"/>
            <a:ext cx="3689604" cy="202311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3"/>
          <p:cNvSpPr txBox="1">
            <a:spLocks noGrp="1"/>
          </p:cNvSpPr>
          <p:nvPr>
            <p:ph type="ctrTitle"/>
          </p:nvPr>
        </p:nvSpPr>
        <p:spPr>
          <a:xfrm>
            <a:off x="323850" y="2349500"/>
            <a:ext cx="6335713" cy="25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82800" anchor="b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1" u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und zwei Bilder">
  <p:cSld name="Titel und zwei Bil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323850" y="404664"/>
            <a:ext cx="6335713" cy="792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ftr" idx="11"/>
          </p:nvPr>
        </p:nvSpPr>
        <p:spPr>
          <a:xfrm>
            <a:off x="2484438" y="6453336"/>
            <a:ext cx="3095625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038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26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>
            <a:spLocks noGrp="1"/>
          </p:cNvSpPr>
          <p:nvPr>
            <p:ph type="pic" idx="2"/>
          </p:nvPr>
        </p:nvSpPr>
        <p:spPr>
          <a:xfrm>
            <a:off x="323528" y="1989139"/>
            <a:ext cx="4177035" cy="2736006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323850" y="4869160"/>
            <a:ext cx="4176713" cy="1223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u="sng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−"/>
              <a:defRPr/>
            </a:lvl4pPr>
            <a:lvl5pPr marL="2286000" lvl="4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  <a:defRPr/>
            </a:lvl5pPr>
            <a:lvl6pPr marL="2743200" lvl="5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marL="3200400" lvl="6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marL="3657600" lvl="7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marL="4114800" lvl="8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>
            <a:spLocks noGrp="1"/>
          </p:cNvSpPr>
          <p:nvPr>
            <p:ph type="pic" idx="3"/>
          </p:nvPr>
        </p:nvSpPr>
        <p:spPr>
          <a:xfrm>
            <a:off x="4643437" y="1989139"/>
            <a:ext cx="4177035" cy="2736006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6"/>
          <p:cNvSpPr txBox="1">
            <a:spLocks noGrp="1"/>
          </p:cNvSpPr>
          <p:nvPr>
            <p:ph type="body" idx="4"/>
          </p:nvPr>
        </p:nvSpPr>
        <p:spPr>
          <a:xfrm>
            <a:off x="4643759" y="4869160"/>
            <a:ext cx="4176713" cy="1223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u="sng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−"/>
              <a:defRPr/>
            </a:lvl4pPr>
            <a:lvl5pPr marL="2286000" lvl="4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  <a:defRPr/>
            </a:lvl5pPr>
            <a:lvl6pPr marL="2743200" lvl="5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marL="3200400" lvl="6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marL="3657600" lvl="7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marL="4114800" lvl="8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itat Gross">
  <p:cSld name="Zitat Gross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2484438" y="6453336"/>
            <a:ext cx="3095625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038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26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body" idx="1"/>
          </p:nvPr>
        </p:nvSpPr>
        <p:spPr>
          <a:xfrm>
            <a:off x="323850" y="404813"/>
            <a:ext cx="6335713" cy="5688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 u="none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20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Arial"/>
              <a:buNone/>
              <a:defRPr sz="2600" b="1">
                <a:solidFill>
                  <a:schemeClr val="accen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itat">
  <p:cSld name="Zita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>
            <a:spLocks noGrp="1"/>
          </p:cNvSpPr>
          <p:nvPr>
            <p:ph type="ftr" idx="11"/>
          </p:nvPr>
        </p:nvSpPr>
        <p:spPr>
          <a:xfrm>
            <a:off x="2484438" y="6453336"/>
            <a:ext cx="3095625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038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26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1"/>
          </p:nvPr>
        </p:nvSpPr>
        <p:spPr>
          <a:xfrm>
            <a:off x="323850" y="404813"/>
            <a:ext cx="6335713" cy="5688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 u="sng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>
                <a:solidFill>
                  <a:schemeClr val="accen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r Titel">
  <p:cSld name="Nur Titel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323850" y="404664"/>
            <a:ext cx="6335713" cy="792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ftr" idx="11"/>
          </p:nvPr>
        </p:nvSpPr>
        <p:spPr>
          <a:xfrm>
            <a:off x="2484438" y="6453336"/>
            <a:ext cx="3095625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038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26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und zwei Inhalte" type="twoObj">
  <p:cSld name="TWO_OBJECTS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>
            <a:spLocks noGrp="1"/>
          </p:cNvSpPr>
          <p:nvPr>
            <p:ph type="title"/>
          </p:nvPr>
        </p:nvSpPr>
        <p:spPr>
          <a:xfrm>
            <a:off x="323850" y="404664"/>
            <a:ext cx="6335713" cy="792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body" idx="1"/>
          </p:nvPr>
        </p:nvSpPr>
        <p:spPr>
          <a:xfrm>
            <a:off x="323849" y="1989138"/>
            <a:ext cx="4176713" cy="4103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−"/>
              <a:defRPr sz="1600"/>
            </a:lvl3pPr>
            <a:lvl4pPr marL="1828800" lvl="3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−"/>
              <a:defRPr sz="1600"/>
            </a:lvl4pPr>
            <a:lvl5pPr marL="2286000" lvl="4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  <a:defRPr sz="1600"/>
            </a:lvl5pPr>
            <a:lvl6pPr marL="2743200" lvl="5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marL="3200400" lvl="6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7pPr>
            <a:lvl8pPr marL="3657600" lvl="7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marL="4114800" lvl="8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body" idx="2"/>
          </p:nvPr>
        </p:nvSpPr>
        <p:spPr>
          <a:xfrm>
            <a:off x="4643438" y="1989138"/>
            <a:ext cx="4176712" cy="4103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−"/>
              <a:defRPr sz="1600"/>
            </a:lvl3pPr>
            <a:lvl4pPr marL="1828800" lvl="3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−"/>
              <a:defRPr sz="1600"/>
            </a:lvl4pPr>
            <a:lvl5pPr marL="2286000" lvl="4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  <a:defRPr sz="1600"/>
            </a:lvl5pPr>
            <a:lvl6pPr marL="2743200" lvl="5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marL="3200400" lvl="6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marL="3657600" lvl="7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marL="4114800" lvl="8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ftr" idx="11"/>
          </p:nvPr>
        </p:nvSpPr>
        <p:spPr>
          <a:xfrm>
            <a:off x="2484438" y="6453336"/>
            <a:ext cx="3095625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 b="1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038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26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 b="1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Gross und zwei Inhalte">
  <p:cSld name="Titel Gross und zwei Inhalte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>
            <a:spLocks noGrp="1"/>
          </p:cNvSpPr>
          <p:nvPr>
            <p:ph type="title"/>
          </p:nvPr>
        </p:nvSpPr>
        <p:spPr>
          <a:xfrm>
            <a:off x="323850" y="404663"/>
            <a:ext cx="6335713" cy="1224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1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body" idx="1"/>
          </p:nvPr>
        </p:nvSpPr>
        <p:spPr>
          <a:xfrm>
            <a:off x="323849" y="1989138"/>
            <a:ext cx="4176713" cy="4103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−"/>
              <a:defRPr sz="1600"/>
            </a:lvl3pPr>
            <a:lvl4pPr marL="1828800" lvl="3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−"/>
              <a:defRPr sz="1600"/>
            </a:lvl4pPr>
            <a:lvl5pPr marL="2286000" lvl="4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  <a:defRPr sz="1600"/>
            </a:lvl5pPr>
            <a:lvl6pPr marL="2743200" lvl="5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marL="3200400" lvl="6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7pPr>
            <a:lvl8pPr marL="3657600" lvl="7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marL="4114800" lvl="8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body" idx="2"/>
          </p:nvPr>
        </p:nvSpPr>
        <p:spPr>
          <a:xfrm>
            <a:off x="4643438" y="1989138"/>
            <a:ext cx="4176712" cy="4103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−"/>
              <a:defRPr sz="1600"/>
            </a:lvl3pPr>
            <a:lvl4pPr marL="1828800" lvl="3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−"/>
              <a:defRPr sz="1600"/>
            </a:lvl4pPr>
            <a:lvl5pPr marL="2286000" lvl="4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  <a:defRPr sz="1600"/>
            </a:lvl5pPr>
            <a:lvl6pPr marL="2743200" lvl="5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marL="3200400" lvl="6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marL="3657600" lvl="7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marL="4114800" lvl="8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ftr" idx="11"/>
          </p:nvPr>
        </p:nvSpPr>
        <p:spPr>
          <a:xfrm>
            <a:off x="2484438" y="6453336"/>
            <a:ext cx="3095625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 b="1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038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26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 b="1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Gross und zwei Bilder">
  <p:cSld name="Titel Gross und zwei Bild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323850" y="404663"/>
            <a:ext cx="6335713" cy="1224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1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ftr" idx="11"/>
          </p:nvPr>
        </p:nvSpPr>
        <p:spPr>
          <a:xfrm>
            <a:off x="2484438" y="6453336"/>
            <a:ext cx="3095625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038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26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4"/>
          <p:cNvSpPr>
            <a:spLocks noGrp="1"/>
          </p:cNvSpPr>
          <p:nvPr>
            <p:ph type="pic" idx="2"/>
          </p:nvPr>
        </p:nvSpPr>
        <p:spPr>
          <a:xfrm>
            <a:off x="323528" y="1989139"/>
            <a:ext cx="4177035" cy="2736006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14"/>
          <p:cNvSpPr txBox="1">
            <a:spLocks noGrp="1"/>
          </p:cNvSpPr>
          <p:nvPr>
            <p:ph type="body" idx="1"/>
          </p:nvPr>
        </p:nvSpPr>
        <p:spPr>
          <a:xfrm>
            <a:off x="323850" y="4869160"/>
            <a:ext cx="4176713" cy="1223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u="sng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−"/>
              <a:defRPr/>
            </a:lvl4pPr>
            <a:lvl5pPr marL="2286000" lvl="4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  <a:defRPr/>
            </a:lvl5pPr>
            <a:lvl6pPr marL="2743200" lvl="5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marL="3200400" lvl="6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marL="3657600" lvl="7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marL="4114800" lvl="8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4"/>
          <p:cNvSpPr>
            <a:spLocks noGrp="1"/>
          </p:cNvSpPr>
          <p:nvPr>
            <p:ph type="pic" idx="3"/>
          </p:nvPr>
        </p:nvSpPr>
        <p:spPr>
          <a:xfrm>
            <a:off x="4643437" y="1989139"/>
            <a:ext cx="4177035" cy="2736006"/>
          </a:xfrm>
          <a:prstGeom prst="rect">
            <a:avLst/>
          </a:prstGeom>
          <a:noFill/>
          <a:ln>
            <a:noFill/>
          </a:ln>
        </p:spPr>
      </p:sp>
      <p:sp>
        <p:nvSpPr>
          <p:cNvPr id="97" name="Google Shape;97;p14"/>
          <p:cNvSpPr txBox="1">
            <a:spLocks noGrp="1"/>
          </p:cNvSpPr>
          <p:nvPr>
            <p:ph type="body" idx="4"/>
          </p:nvPr>
        </p:nvSpPr>
        <p:spPr>
          <a:xfrm>
            <a:off x="4643759" y="4869160"/>
            <a:ext cx="4176713" cy="1223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u="sng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−"/>
              <a:defRPr/>
            </a:lvl4pPr>
            <a:lvl5pPr marL="2286000" lvl="4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  <a:defRPr/>
            </a:lvl5pPr>
            <a:lvl6pPr marL="2743200" lvl="5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marL="3200400" lvl="6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marL="3657600" lvl="7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marL="4114800" lvl="8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r Titel Gross">
  <p:cSld name="Nur Titel Gross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>
            <a:spLocks noGrp="1"/>
          </p:cNvSpPr>
          <p:nvPr>
            <p:ph type="title"/>
          </p:nvPr>
        </p:nvSpPr>
        <p:spPr>
          <a:xfrm>
            <a:off x="323850" y="404663"/>
            <a:ext cx="6335713" cy="1224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1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5"/>
          <p:cNvSpPr txBox="1">
            <a:spLocks noGrp="1"/>
          </p:cNvSpPr>
          <p:nvPr>
            <p:ph type="ftr" idx="11"/>
          </p:nvPr>
        </p:nvSpPr>
        <p:spPr>
          <a:xfrm>
            <a:off x="2484438" y="6453336"/>
            <a:ext cx="3095625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5"/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038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102" name="Google Shape;102;p15"/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26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323850" y="404664"/>
            <a:ext cx="6335713" cy="792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323850" y="1988840"/>
            <a:ext cx="6335713" cy="4103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−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−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2" name="Google Shape;12;p1"/>
          <p:cNvCxnSpPr/>
          <p:nvPr/>
        </p:nvCxnSpPr>
        <p:spPr>
          <a:xfrm>
            <a:off x="323850" y="6408378"/>
            <a:ext cx="8496622" cy="0"/>
          </a:xfrm>
          <a:prstGeom prst="straightConnector1">
            <a:avLst/>
          </a:prstGeom>
          <a:noFill/>
          <a:ln w="12700" cap="flat" cmpd="sng">
            <a:solidFill>
              <a:srgbClr val="0098D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2484438" y="6453336"/>
            <a:ext cx="3095625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038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26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/>
          <p:nvPr/>
        </p:nvSpPr>
        <p:spPr>
          <a:xfrm>
            <a:off x="5724525" y="6453336"/>
            <a:ext cx="3095947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Universität Konstanz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4" r:id="rId4"/>
    <p:sldLayoutId id="2147483655" r:id="rId5"/>
    <p:sldLayoutId id="2147483656" r:id="rId6"/>
    <p:sldLayoutId id="2147483658" r:id="rId7"/>
    <p:sldLayoutId id="2147483659" r:id="rId8"/>
    <p:sldLayoutId id="2147483660" r:id="rId9"/>
    <p:sldLayoutId id="2147483661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9;p16">
            <a:extLst>
              <a:ext uri="{FF2B5EF4-FFF2-40B4-BE49-F238E27FC236}">
                <a16:creationId xmlns:a16="http://schemas.microsoft.com/office/drawing/2014/main" id="{9A3E191D-A782-E963-3507-B6624836F947}"/>
              </a:ext>
            </a:extLst>
          </p:cNvPr>
          <p:cNvSpPr/>
          <p:nvPr/>
        </p:nvSpPr>
        <p:spPr>
          <a:xfrm>
            <a:off x="289623" y="1995888"/>
            <a:ext cx="1833092" cy="56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noProof="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Detecting </a:t>
            </a:r>
          </a:p>
        </p:txBody>
      </p:sp>
      <p:sp>
        <p:nvSpPr>
          <p:cNvPr id="107" name="Google Shape;107;p16"/>
          <p:cNvSpPr/>
          <p:nvPr/>
        </p:nvSpPr>
        <p:spPr>
          <a:xfrm>
            <a:off x="289624" y="3680625"/>
            <a:ext cx="2284611" cy="56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noProof="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Using LLMs</a:t>
            </a:r>
          </a:p>
        </p:txBody>
      </p:sp>
      <p:sp>
        <p:nvSpPr>
          <p:cNvPr id="108" name="Google Shape;108;p16"/>
          <p:cNvSpPr/>
          <p:nvPr/>
        </p:nvSpPr>
        <p:spPr>
          <a:xfrm>
            <a:off x="289624" y="3118825"/>
            <a:ext cx="4761347" cy="56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noProof="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In Parliamentary Speeches </a:t>
            </a:r>
          </a:p>
        </p:txBody>
      </p:sp>
      <p:sp>
        <p:nvSpPr>
          <p:cNvPr id="109" name="Google Shape;109;p16"/>
          <p:cNvSpPr/>
          <p:nvPr/>
        </p:nvSpPr>
        <p:spPr>
          <a:xfrm>
            <a:off x="289622" y="2557750"/>
            <a:ext cx="4282378" cy="56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noProof="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Social Group Mentions</a:t>
            </a:r>
          </a:p>
        </p:txBody>
      </p:sp>
      <p:sp>
        <p:nvSpPr>
          <p:cNvPr id="110" name="Google Shape;110;p16"/>
          <p:cNvSpPr txBox="1">
            <a:spLocks noGrp="1"/>
          </p:cNvSpPr>
          <p:nvPr>
            <p:ph type="subTitle" idx="1"/>
          </p:nvPr>
        </p:nvSpPr>
        <p:spPr>
          <a:xfrm>
            <a:off x="406650" y="5546100"/>
            <a:ext cx="8330700" cy="7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noProof="0" dirty="0"/>
              <a:t>Max Weiland</a:t>
            </a:r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b="0" u="none" noProof="0" dirty="0"/>
              <a:t>Konstanz, </a:t>
            </a:r>
            <a:endParaRPr lang="en-US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>
            <a:spLocks noGrp="1"/>
          </p:cNvSpPr>
          <p:nvPr>
            <p:ph type="title"/>
          </p:nvPr>
        </p:nvSpPr>
        <p:spPr>
          <a:xfrm>
            <a:off x="323850" y="404825"/>
            <a:ext cx="8496300" cy="638784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noProof="0" dirty="0"/>
              <a:t>1. Motivation</a:t>
            </a:r>
          </a:p>
        </p:txBody>
      </p:sp>
      <p:sp>
        <p:nvSpPr>
          <p:cNvPr id="127" name="Google Shape;127;p18"/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100" cy="216000"/>
          </a:xfrm>
          <a:prstGeom prst="rect">
            <a:avLst/>
          </a:prstGeom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2</a:t>
            </a:fld>
            <a:endParaRPr lang="en-US" noProof="0" dirty="0"/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13F065A4-B0FB-6E0F-0FE0-DBDDB99E4AEA}"/>
              </a:ext>
            </a:extLst>
          </p:cNvPr>
          <p:cNvSpPr txBox="1">
            <a:spLocks/>
          </p:cNvSpPr>
          <p:nvPr/>
        </p:nvSpPr>
        <p:spPr>
          <a:xfrm>
            <a:off x="323850" y="2322517"/>
            <a:ext cx="7468428" cy="372731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8600"/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>
          <a:extLst>
            <a:ext uri="{FF2B5EF4-FFF2-40B4-BE49-F238E27FC236}">
              <a16:creationId xmlns:a16="http://schemas.microsoft.com/office/drawing/2014/main" id="{B0ADE653-5685-7791-57A8-26C6243B3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>
            <a:extLst>
              <a:ext uri="{FF2B5EF4-FFF2-40B4-BE49-F238E27FC236}">
                <a16:creationId xmlns:a16="http://schemas.microsoft.com/office/drawing/2014/main" id="{6D0AAE9F-9AB4-C148-406A-5B74CB306B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3850" y="404825"/>
            <a:ext cx="8496300" cy="638784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dirty="0"/>
              <a:t>2</a:t>
            </a:r>
            <a:r>
              <a:rPr lang="en-US" u="none" noProof="0" dirty="0"/>
              <a:t>. </a:t>
            </a:r>
            <a:r>
              <a:rPr lang="en-US" u="none" dirty="0"/>
              <a:t>Related Work</a:t>
            </a:r>
            <a:endParaRPr lang="en-US" u="none" noProof="0" dirty="0"/>
          </a:p>
        </p:txBody>
      </p:sp>
      <p:sp>
        <p:nvSpPr>
          <p:cNvPr id="127" name="Google Shape;127;p18">
            <a:extLst>
              <a:ext uri="{FF2B5EF4-FFF2-40B4-BE49-F238E27FC236}">
                <a16:creationId xmlns:a16="http://schemas.microsoft.com/office/drawing/2014/main" id="{7CB6D13C-2A6E-A312-B71E-E434E901CD1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100" cy="216000"/>
          </a:xfrm>
          <a:prstGeom prst="rect">
            <a:avLst/>
          </a:prstGeom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3</a:t>
            </a:fld>
            <a:endParaRPr lang="en-US" noProof="0" dirty="0"/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38391384-5086-8F59-DAAF-9D83E4269C98}"/>
              </a:ext>
            </a:extLst>
          </p:cNvPr>
          <p:cNvSpPr txBox="1">
            <a:spLocks/>
          </p:cNvSpPr>
          <p:nvPr/>
        </p:nvSpPr>
        <p:spPr>
          <a:xfrm>
            <a:off x="323850" y="2322517"/>
            <a:ext cx="7468428" cy="372731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860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011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>
          <a:extLst>
            <a:ext uri="{FF2B5EF4-FFF2-40B4-BE49-F238E27FC236}">
              <a16:creationId xmlns:a16="http://schemas.microsoft.com/office/drawing/2014/main" id="{A27764AF-809D-04DE-48D5-57F1F2505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>
            <a:extLst>
              <a:ext uri="{FF2B5EF4-FFF2-40B4-BE49-F238E27FC236}">
                <a16:creationId xmlns:a16="http://schemas.microsoft.com/office/drawing/2014/main" id="{4210F8CC-DEB4-F712-F32A-B98595612E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3850" y="404825"/>
            <a:ext cx="8496300" cy="638784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noProof="0" dirty="0"/>
              <a:t>3. Data and Method</a:t>
            </a:r>
          </a:p>
        </p:txBody>
      </p:sp>
      <p:sp>
        <p:nvSpPr>
          <p:cNvPr id="127" name="Google Shape;127;p18">
            <a:extLst>
              <a:ext uri="{FF2B5EF4-FFF2-40B4-BE49-F238E27FC236}">
                <a16:creationId xmlns:a16="http://schemas.microsoft.com/office/drawing/2014/main" id="{37A526CE-49EB-29A1-3E31-DF242BC54E0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100" cy="216000"/>
          </a:xfrm>
          <a:prstGeom prst="rect">
            <a:avLst/>
          </a:prstGeom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4</a:t>
            </a:fld>
            <a:endParaRPr lang="en-US" noProof="0" dirty="0"/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7A35663E-C2B9-14E0-FBA5-E7A2CEF2D821}"/>
              </a:ext>
            </a:extLst>
          </p:cNvPr>
          <p:cNvSpPr txBox="1">
            <a:spLocks/>
          </p:cNvSpPr>
          <p:nvPr/>
        </p:nvSpPr>
        <p:spPr>
          <a:xfrm>
            <a:off x="323850" y="2322517"/>
            <a:ext cx="7468428" cy="372731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860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4480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>
          <a:extLst>
            <a:ext uri="{FF2B5EF4-FFF2-40B4-BE49-F238E27FC236}">
              <a16:creationId xmlns:a16="http://schemas.microsoft.com/office/drawing/2014/main" id="{CFD2C1F8-E796-3F8F-577E-D0DB1ADB4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>
            <a:extLst>
              <a:ext uri="{FF2B5EF4-FFF2-40B4-BE49-F238E27FC236}">
                <a16:creationId xmlns:a16="http://schemas.microsoft.com/office/drawing/2014/main" id="{41393A43-88C0-F5BD-DF91-56609FD879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3850" y="404825"/>
            <a:ext cx="8496300" cy="638784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noProof="0" dirty="0"/>
              <a:t>3. Data and Method</a:t>
            </a:r>
          </a:p>
        </p:txBody>
      </p:sp>
      <p:sp>
        <p:nvSpPr>
          <p:cNvPr id="127" name="Google Shape;127;p18">
            <a:extLst>
              <a:ext uri="{FF2B5EF4-FFF2-40B4-BE49-F238E27FC236}">
                <a16:creationId xmlns:a16="http://schemas.microsoft.com/office/drawing/2014/main" id="{8264CBDE-AB04-2AF2-8C29-2A54618F301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100" cy="216000"/>
          </a:xfrm>
          <a:prstGeom prst="rect">
            <a:avLst/>
          </a:prstGeom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5</a:t>
            </a:fld>
            <a:endParaRPr lang="en-US" noProof="0" dirty="0"/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FCBC5D90-7BF0-9A6A-C6A4-B049E92E1DCB}"/>
              </a:ext>
            </a:extLst>
          </p:cNvPr>
          <p:cNvSpPr txBox="1">
            <a:spLocks/>
          </p:cNvSpPr>
          <p:nvPr/>
        </p:nvSpPr>
        <p:spPr>
          <a:xfrm>
            <a:off x="323850" y="2322517"/>
            <a:ext cx="7468428" cy="372731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860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5839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100" cy="216000"/>
          </a:xfrm>
          <a:prstGeom prst="rect">
            <a:avLst/>
          </a:prstGeom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6</a:t>
            </a:fld>
            <a:endParaRPr lang="en-US" noProof="0" dirty="0"/>
          </a:p>
        </p:txBody>
      </p:sp>
      <p:sp>
        <p:nvSpPr>
          <p:cNvPr id="137" name="Google Shape;137;p19"/>
          <p:cNvSpPr txBox="1">
            <a:spLocks noGrp="1"/>
          </p:cNvSpPr>
          <p:nvPr>
            <p:ph type="title"/>
          </p:nvPr>
        </p:nvSpPr>
        <p:spPr>
          <a:xfrm>
            <a:off x="323850" y="404669"/>
            <a:ext cx="6335700" cy="62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u="none" dirty="0"/>
              <a:t>4</a:t>
            </a:r>
            <a:r>
              <a:rPr lang="en-US" u="none" noProof="0" dirty="0"/>
              <a:t>. Empirical Application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noProof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/>
          </a:p>
        </p:txBody>
      </p:sp>
      <p:sp>
        <p:nvSpPr>
          <p:cNvPr id="2" name="Textplatzhalter 2">
            <a:extLst>
              <a:ext uri="{FF2B5EF4-FFF2-40B4-BE49-F238E27FC236}">
                <a16:creationId xmlns:a16="http://schemas.microsoft.com/office/drawing/2014/main" id="{A782003F-B563-0F25-3691-767ED74C59C7}"/>
              </a:ext>
            </a:extLst>
          </p:cNvPr>
          <p:cNvSpPr txBox="1">
            <a:spLocks/>
          </p:cNvSpPr>
          <p:nvPr/>
        </p:nvSpPr>
        <p:spPr>
          <a:xfrm>
            <a:off x="323849" y="1202636"/>
            <a:ext cx="8164168" cy="489019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8600"/>
            <a:endParaRPr lang="en-US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2"/>
          <p:cNvSpPr txBox="1">
            <a:spLocks noGrp="1"/>
          </p:cNvSpPr>
          <p:nvPr>
            <p:ph type="title"/>
          </p:nvPr>
        </p:nvSpPr>
        <p:spPr>
          <a:xfrm>
            <a:off x="323849" y="404663"/>
            <a:ext cx="7865994" cy="72161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u="none" dirty="0"/>
              <a:t>5</a:t>
            </a:r>
            <a:r>
              <a:rPr lang="en-US" u="none" noProof="0" dirty="0"/>
              <a:t>. Limitations and Open Questions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/>
          </a:p>
        </p:txBody>
      </p:sp>
      <p:sp>
        <p:nvSpPr>
          <p:cNvPr id="198" name="Google Shape;198;p22"/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100" cy="216000"/>
          </a:xfrm>
          <a:prstGeom prst="rect">
            <a:avLst/>
          </a:prstGeom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7</a:t>
            </a:fld>
            <a:endParaRPr lang="en-US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CD57A1-8FDD-AC02-C426-E16670965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none" noProof="0" dirty="0"/>
              <a:t>References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4D13FB3-6DAA-C741-FFA4-FE514730AB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8</a:t>
            </a:fld>
            <a:endParaRPr lang="en-US" noProof="0" dirty="0"/>
          </a:p>
        </p:txBody>
      </p:sp>
      <p:sp>
        <p:nvSpPr>
          <p:cNvPr id="4" name="Textplatzhalter 2">
            <a:extLst>
              <a:ext uri="{FF2B5EF4-FFF2-40B4-BE49-F238E27FC236}">
                <a16:creationId xmlns:a16="http://schemas.microsoft.com/office/drawing/2014/main" id="{FF155920-C0A8-155B-E94E-5E8BB78E5F57}"/>
              </a:ext>
            </a:extLst>
          </p:cNvPr>
          <p:cNvSpPr txBox="1">
            <a:spLocks/>
          </p:cNvSpPr>
          <p:nvPr/>
        </p:nvSpPr>
        <p:spPr>
          <a:xfrm>
            <a:off x="323850" y="1093305"/>
            <a:ext cx="6335713" cy="4956524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8600"/>
            <a:endParaRPr lang="en-US" noProof="0" dirty="0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BE982AF7-EF9D-6E29-7B4F-8D0EE4DB3EF9}"/>
              </a:ext>
            </a:extLst>
          </p:cNvPr>
          <p:cNvSpPr txBox="1">
            <a:spLocks/>
          </p:cNvSpPr>
          <p:nvPr/>
        </p:nvSpPr>
        <p:spPr>
          <a:xfrm>
            <a:off x="323850" y="1093304"/>
            <a:ext cx="8496300" cy="4956524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860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47335660"/>
      </p:ext>
    </p:extLst>
  </p:cSld>
  <p:clrMapOvr>
    <a:masterClrMapping/>
  </p:clrMapOvr>
</p:sld>
</file>

<file path=ppt/theme/theme1.xml><?xml version="1.0" encoding="utf-8"?>
<a:theme xmlns:a="http://schemas.openxmlformats.org/drawingml/2006/main" name="Universtiät Konstanz Design">
  <a:themeElements>
    <a:clrScheme name="UNIK Farben PowerPoint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009AD1"/>
      </a:accent1>
      <a:accent2>
        <a:srgbClr val="59B6DC"/>
      </a:accent2>
      <a:accent3>
        <a:srgbClr val="A0D3E6"/>
      </a:accent3>
      <a:accent4>
        <a:srgbClr val="C8E5EF"/>
      </a:accent4>
      <a:accent5>
        <a:srgbClr val="B2B2B2"/>
      </a:accent5>
      <a:accent6>
        <a:srgbClr val="808080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</Words>
  <Application>Microsoft Macintosh PowerPoint</Application>
  <PresentationFormat>Bildschirmpräsentation (4:3)</PresentationFormat>
  <Paragraphs>26</Paragraphs>
  <Slides>8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1" baseType="lpstr">
      <vt:lpstr>Calibri</vt:lpstr>
      <vt:lpstr>Arial</vt:lpstr>
      <vt:lpstr>Universtiät Konstanz Design</vt:lpstr>
      <vt:lpstr>PowerPoint-Präsentation</vt:lpstr>
      <vt:lpstr>1. Motivation</vt:lpstr>
      <vt:lpstr>2. Related Work</vt:lpstr>
      <vt:lpstr>3. Data and Method</vt:lpstr>
      <vt:lpstr>3. Data and Method</vt:lpstr>
      <vt:lpstr>4. Empirical Application  </vt:lpstr>
      <vt:lpstr>5. Limitations and Open Questions 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Maximilian Weiland</cp:lastModifiedBy>
  <cp:revision>3</cp:revision>
  <dcterms:modified xsi:type="dcterms:W3CDTF">2025-10-22T14:50:18Z</dcterms:modified>
</cp:coreProperties>
</file>